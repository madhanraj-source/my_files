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F4B41A">
              <a:alpha val="12000"/>
            </a:srgbClr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CloudCostOps CLI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FinOps that lives </a:t>
            </a:r>
            <a:pPr indent="0" marL="0">
              <a:buNone/>
            </a:pPr>
            <a:r>
              <a:rPr lang="en-US" sz="2400" b="1" i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network</a:t>
            </a:r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built on tools you already trust.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91840" y="4846320"/>
            <a:ext cx="1005840" cy="100584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4937760"/>
            <a:ext cx="822960" cy="8229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51663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26080" y="5897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5349240"/>
            <a:ext cx="137160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577840" y="4846320"/>
            <a:ext cx="1005840" cy="1005840"/>
          </a:xfrm>
          <a:prstGeom prst="ellipse">
            <a:avLst/>
          </a:prstGeom>
          <a:solidFill>
            <a:srgbClr val="F4B41A">
              <a:alpha val="40000"/>
            </a:srgbClr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4937760"/>
            <a:ext cx="822960" cy="822960"/>
          </a:xfrm>
          <a:prstGeom prst="ellipse">
            <a:avLst/>
          </a:prstGeom>
          <a:solidFill>
            <a:srgbClr val="F4B41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51663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5897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37960" y="5349240"/>
            <a:ext cx="137160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863840" y="4846320"/>
            <a:ext cx="1005840" cy="1005840"/>
          </a:xfrm>
          <a:prstGeom prst="ellipse">
            <a:avLst/>
          </a:prstGeom>
          <a:solidFill>
            <a:srgbClr val="1C3D63">
              <a:alpha val="40000"/>
            </a:srgbClr>
          </a:solidFill>
          <a:ln w="12700">
            <a:solidFill>
              <a:srgbClr val="1C3D6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55280" y="4937760"/>
            <a:ext cx="822960" cy="822960"/>
          </a:xfrm>
          <a:prstGeom prst="ellipse">
            <a:avLst/>
          </a:prstGeom>
          <a:solidFill>
            <a:srgbClr val="1C3D63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1663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0" y="5897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22960" y="6400800"/>
            <a:ext cx="1371600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Benefits  ·  Phased rollout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High-Level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collects the data. Gauss reasons over it. The CLI is how engineers ask.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" y="1920240"/>
            <a:ext cx="24231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C2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77440"/>
            <a:ext cx="1097280" cy="10972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63347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006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006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294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cost and usage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76372" y="2926080"/>
            <a:ext cx="356616" cy="0"/>
          </a:xfrm>
          <a:prstGeom prst="line">
            <a:avLst/>
          </a:prstGeom>
          <a:noFill/>
          <a:ln w="444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6140" y="1920240"/>
            <a:ext cx="2423160" cy="329184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69080" y="2377440"/>
            <a:ext cx="1097280" cy="109728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63347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614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40614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FinOps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8902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Collects, stores, and dashboards everything across clouds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02452" y="2926080"/>
            <a:ext cx="356616" cy="0"/>
          </a:xfrm>
          <a:prstGeom prst="line">
            <a:avLst/>
          </a:prstGeom>
          <a:noFill/>
          <a:ln w="444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332220" y="1920240"/>
            <a:ext cx="24231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41A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95160" y="23774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633472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222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33222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1510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the data, answers in plain English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828532" y="2926080"/>
            <a:ext cx="356616" cy="0"/>
          </a:xfrm>
          <a:prstGeom prst="line">
            <a:avLst/>
          </a:prstGeom>
          <a:noFill/>
          <a:ln w="444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258300" y="1920240"/>
            <a:ext cx="2423160" cy="3291840"/>
          </a:xfrm>
          <a:prstGeom prst="rect">
            <a:avLst/>
          </a:prstGeom>
          <a:solidFill>
            <a:srgbClr val="0F2C4D"/>
          </a:solidFill>
          <a:ln w="25400">
            <a:solidFill>
              <a:srgbClr val="0F2C4D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21240" y="2377440"/>
            <a:ext cx="1097280" cy="109728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2633472"/>
            <a:ext cx="585216" cy="5852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5830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25830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Engineer's terminal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44118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get answers — no dashboards required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006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40614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+ STORE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33222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25830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1371600" y="585216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554480" y="585216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small Bridge service connects OptScale to Gauss — translating cost data into a prompt and the answer back into the CLI.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Will Be Useful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reasons this approach delivers real value — for the team, the org, and the business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128016" cy="2194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6596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671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11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011680" y="25146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runs inside the corporate network. Cost data never reaches a third-party AI service — a stronger privacy posture than any external tool.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554480"/>
            <a:ext cx="128016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19659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16712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2011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what works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35240" y="25146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already handles multi-cloud collection, anomaly detection, and dashboards. We add intelligence on top instead of replacing what's already proven.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94360" y="393192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3931920"/>
            <a:ext cx="128016" cy="219456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0120" y="4343400"/>
            <a:ext cx="822960" cy="82296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54456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4389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access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2011680" y="489204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engineer, finance partner, leadership — can ask questions in natural language and get clear answers. No dashboards or queries to learn.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17920" y="393192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3931920"/>
            <a:ext cx="128016" cy="219456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0" y="4343400"/>
            <a:ext cx="822960" cy="822960"/>
          </a:xfrm>
          <a:prstGeom prst="ellipse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54456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4389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grow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635240" y="489204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service is reusable. As needs evolve, the same backend supports chatbots, additional data sources, and automated actions — without rewrites.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371600" y="6355080"/>
            <a:ext cx="9418320" cy="411480"/>
          </a:xfrm>
          <a:prstGeom prst="roundRect">
            <a:avLst>
              <a:gd name="adj" fmla="val 17778"/>
            </a:avLst>
          </a:prstGeom>
          <a:solidFill>
            <a:srgbClr val="FEF5DC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554480" y="635508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</a:t>
            </a:r>
            <a:pPr algn="ctr" indent="0" marL="0">
              <a:buNone/>
            </a:pPr>
            <a:r>
              <a:rPr lang="en-US" sz="1300" i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private, practical, and extensible way to bring AI into cloud cost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core build, then layer in capability as it's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B41A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488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everything else builds 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52928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44368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deployment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cost data collection and dashboards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4904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service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34440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OptScale to Gauss — the only new build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4462272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53712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4398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integration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34440" y="4672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LLM, prompts stay within the network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1520" y="5266944"/>
            <a:ext cx="365760" cy="36576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5838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5202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234440" y="5477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ask questions in plain English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17920" y="1691640"/>
            <a:ext cx="548640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77800" dist="38100" dir="5400000">
              <a:srgbClr val="0F2C4D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217920" y="1691640"/>
            <a:ext cx="548640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92240" y="19202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90956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&amp; Enhance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90956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 reuses the same Bridge service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92240" y="2852928"/>
            <a:ext cx="365760" cy="365760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9224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99516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99516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past queries and learns the environment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492240" y="3657600"/>
            <a:ext cx="365760" cy="365760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4922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99516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interface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6995160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finance and leadership through chat too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492240" y="4462272"/>
            <a:ext cx="365760" cy="365760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49224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6995160" y="4398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sources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6995160" y="4672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deeper Kubernetes and live cloud queries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492240" y="5266944"/>
            <a:ext cx="365760" cy="365760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492240" y="5266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6995160" y="5202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remediation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6995160" y="5477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fixes automatically, not just recommend them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640080" y="6309360"/>
            <a:ext cx="10881360" cy="41148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77240" y="6309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Ship the smallest thing that works. Every later phase builds on the same foundation.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CloudCostOps — High-Level Overview</dc:title>
  <dc:subject>PptxGenJS Presentation</dc:subject>
  <dc:creator>PptxGenJS</dc:creator>
  <cp:lastModifiedBy>PptxGenJS</cp:lastModifiedBy>
  <cp:revision>1</cp:revision>
  <dcterms:created xsi:type="dcterms:W3CDTF">2026-05-14T04:58:29Z</dcterms:created>
  <dcterms:modified xsi:type="dcterms:W3CDTF">2026-05-14T04:58:29Z</dcterms:modified>
</cp:coreProperties>
</file>