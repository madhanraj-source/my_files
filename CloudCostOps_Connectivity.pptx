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152" cy="45720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CONNECTIVITY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0350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Everything Connects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and the four connections between them — only one leaves the network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874520"/>
            <a:ext cx="7315200" cy="3977640"/>
          </a:xfrm>
          <a:prstGeom prst="rect">
            <a:avLst/>
          </a:prstGeom>
          <a:solidFill>
            <a:srgbClr val="E8F1F5"/>
          </a:solidFill>
          <a:ln w="25400">
            <a:solidFill>
              <a:srgbClr val="1C729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926080" y="1728216"/>
            <a:ext cx="274320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77393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72821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NETWORK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17520" y="2331720"/>
            <a:ext cx="41605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C4D"/>
            </a:solidFill>
            <a:prstDash val="dashDot"/>
          </a:ln>
        </p:spPr>
      </p:sp>
      <p:sp>
        <p:nvSpPr>
          <p:cNvPr id="11" name="Shape 8"/>
          <p:cNvSpPr/>
          <p:nvPr/>
        </p:nvSpPr>
        <p:spPr>
          <a:xfrm>
            <a:off x="3154680" y="2194560"/>
            <a:ext cx="2011680" cy="292608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2194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VPC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2651760"/>
            <a:ext cx="3611880" cy="10789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926080"/>
            <a:ext cx="457200" cy="4572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9260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1480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114800" y="3154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+ stores cost data, dashboards, recommendations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291840" y="4370832"/>
            <a:ext cx="3611880" cy="109728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64515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14800" y="45079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Service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4114800" y="48737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Orchestrates: fetches data, builds prompt, formats answer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543800" y="3520440"/>
            <a:ext cx="2286000" cy="137160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3685032"/>
            <a:ext cx="493776" cy="4937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4178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635240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LLM — reasoning layer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02920" y="4160520"/>
            <a:ext cx="1874520" cy="1234440"/>
          </a:xfrm>
          <a:prstGeom prst="rect">
            <a:avLst/>
          </a:prstGeom>
          <a:solidFill>
            <a:srgbClr val="1C3D63"/>
          </a:solidFill>
          <a:ln w="19050">
            <a:solidFill>
              <a:srgbClr val="F4B41A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868" y="4297680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2920" y="47091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548640" y="4983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engineer's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machine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10469880" y="2331720"/>
            <a:ext cx="13716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dash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2468880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4698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APIs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10469880" y="31729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billing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6903720" y="2926080"/>
            <a:ext cx="3566160" cy="0"/>
          </a:xfrm>
          <a:prstGeom prst="line">
            <a:avLst/>
          </a:prstGeom>
          <a:noFill/>
          <a:ln w="31750">
            <a:solidFill>
              <a:srgbClr val="EA580C"/>
            </a:solidFill>
            <a:prstDash val="dash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6976872" y="2770632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697687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7818120" y="228600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786384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Outbound HTTPS</a:t>
            </a:r>
            <a:endParaRPr lang="en-US" sz="9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creds · scheduled pull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2377440" y="4663440"/>
            <a:ext cx="914400" cy="91440"/>
          </a:xfrm>
          <a:prstGeom prst="line">
            <a:avLst/>
          </a:prstGeom>
          <a:noFill/>
          <a:ln w="31750">
            <a:solidFill>
              <a:srgbClr val="0F2C4D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2679192" y="4553712"/>
            <a:ext cx="310896" cy="310896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2679192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502920" y="548640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48640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CLI → Bridge</a:t>
            </a:r>
            <a:endParaRPr lang="en-US" sz="9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VPN/SSH · HTTPS · SSO auth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4206240" y="4370832"/>
            <a:ext cx="0" cy="-64008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4050792" y="4050792"/>
            <a:ext cx="310896" cy="31089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4050792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4434840" y="3849624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4480560" y="3849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Bridge → OptScale</a:t>
            </a:r>
            <a:endParaRPr lang="en-US" sz="9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REST API · API token</a:t>
            </a:r>
            <a:endParaRPr lang="en-US" sz="950" dirty="0"/>
          </a:p>
        </p:txBody>
      </p:sp>
      <p:sp>
        <p:nvSpPr>
          <p:cNvPr id="49" name="Shape 40"/>
          <p:cNvSpPr/>
          <p:nvPr/>
        </p:nvSpPr>
        <p:spPr>
          <a:xfrm>
            <a:off x="6903720" y="4828032"/>
            <a:ext cx="640080" cy="-621792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7068312" y="4489704"/>
            <a:ext cx="310896" cy="31089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068312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7269480" y="498348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7315200" y="4983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Bridge → Gauss</a:t>
            </a:r>
            <a:endParaRPr lang="en-US" sz="9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 · service credential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777240" y="6300216"/>
            <a:ext cx="274320" cy="1463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1143000" y="6126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connection 1 leaves the network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read-only billing data, the same call any cost tool makes. Connections 2–4 stay entirely inside the corporate network.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152" cy="45720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REQUEST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0350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a Single Query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round-trip — plus one background process that keeps data fresh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5820" y="15544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C3D63"/>
          </a:solidFill>
          <a:ln w="12700">
            <a:solidFill>
              <a:srgbClr val="1C3D6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691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2748" y="15544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034540" y="2194560"/>
            <a:ext cx="0" cy="3657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543300" y="15544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0228" y="15544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732020" y="2194560"/>
            <a:ext cx="0" cy="3657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240780" y="15544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691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07708" y="15544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429500" y="2194560"/>
            <a:ext cx="0" cy="3657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8938260" y="15544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16916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05188" y="15544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10126980" y="2194560"/>
            <a:ext cx="0" cy="3657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2" name="Text 16"/>
          <p:cNvSpPr/>
          <p:nvPr/>
        </p:nvSpPr>
        <p:spPr>
          <a:xfrm>
            <a:off x="1920240" y="2203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034540" y="2514600"/>
            <a:ext cx="2697480" cy="0"/>
          </a:xfrm>
          <a:prstGeom prst="line">
            <a:avLst/>
          </a:prstGeom>
          <a:noFill/>
          <a:ln w="28575">
            <a:solidFill>
              <a:srgbClr val="0F2C4D"/>
            </a:solidFill>
            <a:prstDash val="solid"/>
            <a:headEnd type="none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3255264" y="2386584"/>
            <a:ext cx="256032" cy="256032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55264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617720" y="27523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cost data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732020" y="3063240"/>
            <a:ext cx="2697480" cy="0"/>
          </a:xfrm>
          <a:prstGeom prst="line">
            <a:avLst/>
          </a:prstGeom>
          <a:noFill/>
          <a:ln w="28575">
            <a:solidFill>
              <a:srgbClr val="0F2C4D"/>
            </a:solidFill>
            <a:prstDash val="solid"/>
            <a:headEnd type="none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5952744" y="2935224"/>
            <a:ext cx="256032" cy="256032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952744" y="2935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617720" y="3300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JSON breakdown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732020" y="3611880"/>
            <a:ext cx="269748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headEnd type="triangle"/>
            <a:tailEnd type="none"/>
          </a:ln>
        </p:spPr>
      </p:sp>
      <p:sp>
        <p:nvSpPr>
          <p:cNvPr id="32" name="Shape 26"/>
          <p:cNvSpPr/>
          <p:nvPr/>
        </p:nvSpPr>
        <p:spPr>
          <a:xfrm>
            <a:off x="5952744" y="3483864"/>
            <a:ext cx="256032" cy="256032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952744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966460" y="38496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assembled prompt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732020" y="4160520"/>
            <a:ext cx="5394960" cy="0"/>
          </a:xfrm>
          <a:prstGeom prst="line">
            <a:avLst/>
          </a:prstGeom>
          <a:noFill/>
          <a:ln w="28575">
            <a:solidFill>
              <a:srgbClr val="0F2C4D"/>
            </a:solidFill>
            <a:prstDash val="solid"/>
            <a:headEnd type="none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7301484" y="4032504"/>
            <a:ext cx="256032" cy="256032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301484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966460" y="43982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plain-English reasoning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732020" y="4709160"/>
            <a:ext cx="539496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headEnd type="triangle"/>
            <a:tailEnd type="none"/>
          </a:ln>
        </p:spPr>
      </p:sp>
      <p:sp>
        <p:nvSpPr>
          <p:cNvPr id="40" name="Shape 34"/>
          <p:cNvSpPr/>
          <p:nvPr/>
        </p:nvSpPr>
        <p:spPr>
          <a:xfrm>
            <a:off x="7301484" y="4581144"/>
            <a:ext cx="256032" cy="256032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301484" y="4581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1920240" y="49469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formatted answer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2034540" y="5257800"/>
            <a:ext cx="269748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headEnd type="triangle"/>
            <a:tailEnd type="none"/>
          </a:ln>
        </p:spPr>
      </p:sp>
      <p:sp>
        <p:nvSpPr>
          <p:cNvPr id="44" name="Shape 38"/>
          <p:cNvSpPr/>
          <p:nvPr/>
        </p:nvSpPr>
        <p:spPr>
          <a:xfrm>
            <a:off x="3255264" y="5129784"/>
            <a:ext cx="256032" cy="256032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255264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8001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→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10447020" y="5120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RESPONSE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777240" y="5650992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733288"/>
            <a:ext cx="201168" cy="20116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1280160" y="553212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the background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Independently of any query, OptScale continuously polls the cloud billing APIs on a schedule — so the data is always current when someone asks.</a:t>
            </a:r>
            <a:endParaRPr lang="en-US" sz="1150" dirty="0"/>
          </a:p>
        </p:txBody>
      </p:sp>
      <p:sp>
        <p:nvSpPr>
          <p:cNvPr id="52" name="Text 45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is the hub  </a:t>
            </a:r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step passes through it. It talks to OptScale for data and Gauss for reasoning, and the engineer only ever sees the CLI.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CloudCostOps — Connectivity Architecture</dc:title>
  <dc:subject>PptxGenJS Presentation</dc:subject>
  <dc:creator>PptxGenJS</dc:creator>
  <cp:lastModifiedBy>PptxGenJS</cp:lastModifiedBy>
  <cp:revision>1</cp:revision>
  <dcterms:created xsi:type="dcterms:W3CDTF">2026-05-14T06:01:02Z</dcterms:created>
  <dcterms:modified xsi:type="dcterms:W3CDTF">2026-05-14T06:01:02Z</dcterms:modified>
</cp:coreProperties>
</file>